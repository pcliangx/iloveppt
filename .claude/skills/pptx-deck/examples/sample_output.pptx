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91295" y="-3017520"/>
            <a:ext cx="6949440" cy="6949440"/>
          </a:xfrm>
          <a:prstGeom prst="ellipse">
            <a:avLst/>
          </a:prstGeom>
          <a:solidFill>
            <a:srgbClr val="1D3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88575" y="-1920240"/>
            <a:ext cx="4754880" cy="4754880"/>
          </a:xfrm>
          <a:prstGeom prst="ellipse">
            <a:avLst/>
          </a:prstGeom>
          <a:solidFill>
            <a:srgbClr val="2F4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94415" y="-914400"/>
            <a:ext cx="2743200" cy="2743200"/>
          </a:xfrm>
          <a:prstGeom prst="ellipse">
            <a:avLst/>
          </a:prstGeom>
          <a:solidFill>
            <a:srgbClr val="41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852160"/>
            <a:ext cx="109728" cy="13716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" y="5852160"/>
            <a:ext cx="109728" cy="13716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" y="5852160"/>
            <a:ext cx="109728" cy="13716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96696" y="5852160"/>
            <a:ext cx="109728" cy="13716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" y="5852160"/>
            <a:ext cx="109728" cy="13716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25880" y="5852160"/>
            <a:ext cx="109728" cy="13716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iLovePPT 示例 deck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548640" cy="36576"/>
          </a:xfrm>
          <a:prstGeom prst="rect">
            <a:avLst/>
          </a:prstGeom>
          <a:solidFill>
            <a:srgbClr val="007A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6F0FC"/>
                </a:solidFill>
                <a:latin typeface="Microsoft YaHei"/>
                <a:ea typeface="Microsoft YaHei"/>
                <a:cs typeface="Microsoft YaHei"/>
              </a:rPr>
              <a:t>deck_plan 驱动的机械构建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2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64008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 i="0">
                <a:solidFill>
                  <a:srgbClr val="0A52B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280160"/>
            <a:ext cx="103628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48000"/>
            <a:ext cx="64008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 i="0">
                <a:solidFill>
                  <a:srgbClr val="0A52B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3048000"/>
            <a:ext cx="103628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15840"/>
            <a:ext cx="640080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 i="0">
                <a:solidFill>
                  <a:srgbClr val="0A52B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4815840"/>
            <a:ext cx="10362895" cy="1584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效果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Helvetica Neue"/>
                <a:ea typeface="Helvetica Neue"/>
                <a:cs typeface="Helvetica Neue"/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0" y="274320"/>
            <a:ext cx="8229600" cy="6400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40000" b="1" i="0">
                <a:solidFill>
                  <a:srgbClr val="F2F2F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2103120"/>
            <a:ext cx="73152" cy="2651760"/>
          </a:xfrm>
          <a:prstGeom prst="rect">
            <a:avLst/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52BF"/>
                </a:solidFill>
                <a:latin typeface="Helvetica Neue"/>
                <a:ea typeface="Helvetica Neue"/>
                <a:cs typeface="Helvetica Neue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4320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三个痛点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729740"/>
            <a:ext cx="64008" cy="685800"/>
          </a:xfrm>
          <a:prstGeom prst="rect">
            <a:avLst/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8952" y="1280160"/>
            <a:ext cx="10929823" cy="158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文字墙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314700"/>
            <a:ext cx="64008" cy="685800"/>
          </a:xfrm>
          <a:prstGeom prst="rect">
            <a:avLst/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865120"/>
            <a:ext cx="10929823" cy="158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留白多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899660"/>
            <a:ext cx="64008" cy="685800"/>
          </a:xfrm>
          <a:prstGeom prst="rect">
            <a:avLst/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4450080"/>
            <a:ext cx="10929823" cy="1584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改动散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Helvetica Neue"/>
                <a:ea typeface="Helvetica Neue"/>
                <a:cs typeface="Helvetica Neue"/>
              </a:rPr>
              <a:t>2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三大改进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286000"/>
            <a:ext cx="354573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286000"/>
            <a:ext cx="36576" cy="3108960"/>
          </a:xfrm>
          <a:prstGeom prst="roundRect">
            <a:avLst>
              <a:gd name="adj" fmla="val 5000"/>
            </a:avLst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79064"/>
            <a:ext cx="29970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接缝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92296"/>
            <a:ext cx="2997098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deck_plan.json 隔开机械与智能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2978" y="2286000"/>
            <a:ext cx="354573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22978" y="2286000"/>
            <a:ext cx="36576" cy="3108960"/>
          </a:xfrm>
          <a:prstGeom prst="roundRect">
            <a:avLst>
              <a:gd name="adj" fmla="val 5000"/>
            </a:avLst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7298" y="3179064"/>
            <a:ext cx="29970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原语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7298" y="3892296"/>
            <a:ext cx="2997098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layout.py 几何原语,数量灵活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43036" y="2286000"/>
            <a:ext cx="3545738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43036" y="2286000"/>
            <a:ext cx="36576" cy="3108960"/>
          </a:xfrm>
          <a:prstGeom prst="roundRect">
            <a:avLst>
              <a:gd name="adj" fmla="val 5000"/>
            </a:avLst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7356" y="3331464"/>
            <a:ext cx="299709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回归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356" y="4044696"/>
            <a:ext cx="2997098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evals 集守护质量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Helvetica Neue"/>
                <a:ea typeface="Helvetica Neue"/>
                <a:cs typeface="Helvetica Neue"/>
              </a:rPr>
              <a:t>3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2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v1 vs v2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2240280"/>
            <a:ext cx="5524347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240280"/>
            <a:ext cx="55243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v1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880360"/>
            <a:ext cx="5524347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067147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骑墙,占位骨架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6164427" y="2240280"/>
            <a:ext cx="5524347" cy="64008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64427" y="2240280"/>
            <a:ext cx="5524347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v2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4427" y="2880360"/>
            <a:ext cx="5524347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3027" y="3108960"/>
            <a:ext cx="5067147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4A4A4A"/>
                </a:solidFill>
                <a:latin typeface="Microsoft YaHei"/>
                <a:ea typeface="Microsoft YaHei"/>
                <a:cs typeface="Microsoft YaHei"/>
              </a:rPr>
              <a:t>诚实,机械/智能分离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Helvetica Neue"/>
                <a:ea typeface="Helvetica Neue"/>
                <a:cs typeface="Helvetica Neue"/>
              </a:rPr>
              <a:t>4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600" b="1" i="0">
                <a:solidFill>
                  <a:srgbClr val="0B2A4A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2697480"/>
            <a:ext cx="914400" cy="822960"/>
          </a:xfrm>
          <a:prstGeom prst="rect">
            <a:avLst/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914400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2697480"/>
            <a:ext cx="99971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接口诚实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749040"/>
            <a:ext cx="914400" cy="822960"/>
          </a:xfrm>
          <a:prstGeom prst="rect">
            <a:avLst/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749040"/>
            <a:ext cx="914400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749040"/>
            <a:ext cx="99971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布局可组合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00600"/>
            <a:ext cx="914400" cy="822960"/>
          </a:xfrm>
          <a:prstGeom prst="rect">
            <a:avLst/>
          </a:prstGeom>
          <a:solidFill>
            <a:srgbClr val="0A52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800600"/>
            <a:ext cx="914400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4800600"/>
            <a:ext cx="99971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质量可回归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400800"/>
            <a:ext cx="11185855" cy="635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9975" y="6492240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6F6F"/>
                </a:solidFill>
                <a:latin typeface="Helvetica Neue"/>
                <a:ea typeface="Helvetica Neue"/>
                <a:cs typeface="Helvetica Neue"/>
              </a:rPr>
              <a:t>5 /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31720"/>
            <a:ext cx="1118585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977640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E6F0FC"/>
                </a:solidFill>
                <a:latin typeface="Microsoft YaHei"/>
                <a:ea typeface="Microsoft YaHei"/>
                <a:cs typeface="Microsoft YaHei"/>
              </a:rPr>
              <a:t>github.com/pcliangx/iLovePPT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