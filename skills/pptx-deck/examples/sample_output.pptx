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0972800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KillPPTs 自动化 PPT 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demo brief 跑通整条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8600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92608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59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566159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019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163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307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0972800" cy="1371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